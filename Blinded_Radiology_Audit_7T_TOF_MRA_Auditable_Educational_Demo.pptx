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193153"/>
                </a:solidFill>
                <a:latin typeface="Aptos Display"/>
              </a:rPr>
              <a:t>Cerebral Aneurysm Imaging at 7 T with Use of Compressed Sensing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5F6973"/>
                </a:solidFill>
                <a:latin typeface="Aptos"/>
              </a:rPr>
              <a:t>ClarityWise / FastPath Image-Limited Review and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32004"/>
          </a:xfrm>
          <a:prstGeom prst="rect">
            <a:avLst/>
          </a:prstGeom>
          <a:solidFill>
            <a:srgbClr val="27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61872"/>
            <a:ext cx="3977639" cy="2834640"/>
          </a:xfrm>
          <a:prstGeom prst="roundRect">
            <a:avLst/>
          </a:prstGeom>
          <a:solidFill>
            <a:srgbClr val="E7F3F7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450" b="1">
                <a:solidFill>
                  <a:srgbClr val="193153"/>
                </a:solidFill>
                <a:latin typeface="Aptos Display"/>
              </a:rPr>
              <a:t>Clinical Source Context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2D3138"/>
                </a:solidFill>
                <a:latin typeface="Aptos"/>
              </a:rPr>
              <a:t>A 51-year-old woman with autosomal dominant polycystic kidney disease underwent screening for intracranial aneurysm.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2D3138"/>
                </a:solidFill>
                <a:latin typeface="Aptos"/>
              </a:rPr>
              <a:t>Intracranial time-of-flight MR angiography demonstrated a superiorly projecting left ophthalmic artery aneurysm measuring 4 mm from neck to dome.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2D3138"/>
                </a:solidFill>
                <a:latin typeface="Aptos"/>
              </a:rPr>
              <a:t>Ultra-high-resolution 7-T TOF MRA was performed to better characterize the aneurysm.</a:t>
            </a:r>
          </a:p>
        </p:txBody>
      </p:sp>
      <p:pic>
        <p:nvPicPr>
          <p:cNvPr id="6" name="Picture 5" descr="images_large_radiol.221277.fig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40724"/>
            <a:ext cx="6995160" cy="29135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09160" y="4315968"/>
            <a:ext cx="69951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780" b="0">
                <a:solidFill>
                  <a:srgbClr val="2D3138"/>
                </a:solidFill>
                <a:latin typeface="Aptos"/>
              </a:rPr>
              <a:t>Figure 1. Cinematic rendering of standard 1.5-T TOF MRA compared with 7-T TOF MRA in a 51-year-old woman with ADPKD undergoing intracranial aneurysm screening. The 7-T MRA better demonstrates aneurysm sac complexity and the relationship to the ophthalmic artery origin, indicated by the arrow.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4818888"/>
            <a:ext cx="6995160" cy="6858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660" b="0">
                <a:solidFill>
                  <a:srgbClr val="5F6973"/>
                </a:solidFill>
                <a:latin typeface="Aptos"/>
              </a:rPr>
              <a:t>Source: Desai A, Middlebrooks EH. Cerebral Aneurysm Imaging at 7 T with Use of Compressed Sensing. Radiology. 2023;306(3):e221277. DOI: 10.1148/radiol.221277. Image/source material © Radiological Society of North America (RSNA). Used here for educational review and source-attributed analysis; permission may be required for redistribution or publication.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370832"/>
            <a:ext cx="3977639" cy="132588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320" b="1">
                <a:solidFill>
                  <a:srgbClr val="193153"/>
                </a:solidFill>
                <a:latin typeface="Aptos Display"/>
              </a:rPr>
              <a:t>Audit Objective</a:t>
            </a:r>
          </a:p>
          <a:p>
            <a:pPr>
              <a:spcAft>
                <a:spcPts val="300"/>
              </a:spcAft>
            </a:pPr>
            <a:r>
              <a:rPr sz="1120">
                <a:solidFill>
                  <a:srgbClr val="2D3138"/>
                </a:solidFill>
                <a:latin typeface="Aptos"/>
              </a:rPr>
              <a:t>Artifact-first review: describe image evidence first, then audit against source caption.</a:t>
            </a:r>
          </a:p>
          <a:p>
            <a:pPr>
              <a:spcAft>
                <a:spcPts val="300"/>
              </a:spcAft>
            </a:pPr>
            <a:r>
              <a:rPr sz="1120">
                <a:solidFill>
                  <a:srgbClr val="2D3138"/>
                </a:solidFill>
                <a:latin typeface="Aptos"/>
              </a:rPr>
              <a:t>Safety posture: no image-only final diagnosis without source context and specialist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05613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780" b="0">
                <a:solidFill>
                  <a:srgbClr val="5F6973"/>
                </a:solidFill>
                <a:latin typeface="Aptos"/>
              </a:rPr>
              <a:t>Educational/research audit demonstration only; not a medical diagnosis or substitute for neuroradiologist interpretation.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193153"/>
                </a:solidFill>
                <a:latin typeface="Aptos Display"/>
              </a:rPr>
              <a:t>Supplemental Figure Review — 1.5-T vs 7-T TOF MRA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5F6973"/>
                </a:solidFill>
                <a:latin typeface="Aptos"/>
              </a:rPr>
              <a:t>Higher spatial resolution and compressed sensing sharpen vascular detail and sac morphology.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32004"/>
          </a:xfrm>
          <a:prstGeom prst="rect">
            <a:avLst/>
          </a:prstGeom>
          <a:solidFill>
            <a:srgbClr val="27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y221277supp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82" y="1170432"/>
            <a:ext cx="477247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41848"/>
            <a:ext cx="4800600" cy="38404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780" b="0">
                <a:solidFill>
                  <a:srgbClr val="2D3138"/>
                </a:solidFill>
                <a:latin typeface="Aptos"/>
              </a:rPr>
              <a:t>Figure S1. Coronal MIP images from standard clinical TOF MRA are compared with ultra-high-resolution compressed-sensing 7-T TOF MRA. Cinematic renderings compare the ophthalmic artery aneurysm from 1.5-T TOF MRA with a similar 7-T projection. The 7-T MRA better demonstrates aneurysm sac complexity and a small daughter aneurysm, indicated by the arrow.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25896"/>
            <a:ext cx="4800600" cy="393192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660" b="0">
                <a:solidFill>
                  <a:srgbClr val="5F6973"/>
                </a:solidFill>
                <a:latin typeface="Aptos"/>
              </a:rPr>
              <a:t>Source: Supplemental Figure S1 from Desai A, Middlebrooks EH. Cerebral Aneurysm Imaging at 7 T with Use of Compressed Sensing. Radiology. 2023;306(3):e221277. DOI: 10.1148/radiol.221277. Image/source material © RSNA. Used here for educational review and source-attributed analysis; permission may be required for redistribution or publication.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170432"/>
            <a:ext cx="6172200" cy="4892040"/>
          </a:xfrm>
          <a:prstGeom prst="roundRect">
            <a:avLst/>
          </a:prstGeom>
          <a:solidFill>
            <a:srgbClr val="E7F3F7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340" b="1">
                <a:solidFill>
                  <a:srgbClr val="193153"/>
                </a:solidFill>
                <a:latin typeface="Aptos Display"/>
              </a:rPr>
              <a:t>ClarityWise Image-Limited Review Box</a:t>
            </a:r>
          </a:p>
          <a:p>
            <a:pPr>
              <a:spcAft>
                <a:spcPts val="300"/>
              </a:spcAft>
            </a:pPr>
            <a:r>
              <a:rPr sz="1140">
                <a:solidFill>
                  <a:srgbClr val="2D3138"/>
                </a:solidFill>
                <a:latin typeface="Aptos"/>
              </a:rPr>
              <a:t>Patient context: 51-year-old woman.</a:t>
            </a:r>
          </a:p>
          <a:p>
            <a:pPr>
              <a:spcAft>
                <a:spcPts val="300"/>
              </a:spcAft>
            </a:pPr>
            <a:r>
              <a:rPr sz="1140">
                <a:solidFill>
                  <a:srgbClr val="2D3138"/>
                </a:solidFill>
                <a:latin typeface="Aptos"/>
              </a:rPr>
              <a:t>Clinical context: autosomal dominant polycystic kidney disease.</a:t>
            </a:r>
          </a:p>
          <a:p>
            <a:pPr>
              <a:spcAft>
                <a:spcPts val="300"/>
              </a:spcAft>
            </a:pPr>
            <a:r>
              <a:rPr sz="1140">
                <a:solidFill>
                  <a:srgbClr val="2D3138"/>
                </a:solidFill>
                <a:latin typeface="Aptos"/>
              </a:rPr>
              <a:t>Screening indication: intracranial aneurysm.</a:t>
            </a:r>
          </a:p>
          <a:p>
            <a:pPr>
              <a:spcAft>
                <a:spcPts val="300"/>
              </a:spcAft>
            </a:pPr>
            <a:r>
              <a:rPr sz="1140">
                <a:solidFill>
                  <a:srgbClr val="2D3138"/>
                </a:solidFill>
                <a:latin typeface="Aptos"/>
              </a:rPr>
              <a:t>Figure type: vascular MR angiographic comparison with 3D cinematic renderings.</a:t>
            </a:r>
          </a:p>
          <a:p>
            <a:pPr>
              <a:spcAft>
                <a:spcPts val="300"/>
              </a:spcAft>
            </a:pPr>
            <a:r>
              <a:rPr sz="1140">
                <a:solidFill>
                  <a:srgbClr val="2D3138"/>
                </a:solidFill>
                <a:latin typeface="Aptos"/>
              </a:rPr>
              <a:t>Visual finding before audit: vessel-associated lobulated outpouching-like abnormality near an intracranial arterial branch/junction.</a:t>
            </a:r>
          </a:p>
          <a:p>
            <a:pPr>
              <a:spcAft>
                <a:spcPts val="300"/>
              </a:spcAft>
            </a:pPr>
            <a:r>
              <a:rPr sz="1140">
                <a:solidFill>
                  <a:srgbClr val="2D3138"/>
                </a:solidFill>
                <a:latin typeface="Aptos"/>
              </a:rPr>
              <a:t>Candidate interpretation before source confirmation: possible intracranial aneurysm-type vascular outpouching.</a:t>
            </a:r>
          </a:p>
          <a:p>
            <a:pPr>
              <a:spcAft>
                <a:spcPts val="300"/>
              </a:spcAft>
            </a:pPr>
            <a:r>
              <a:rPr sz="1140">
                <a:solidFill>
                  <a:srgbClr val="2D3138"/>
                </a:solidFill>
                <a:latin typeface="Aptos"/>
              </a:rPr>
              <a:t>Safety constraint: no final diagnostic conclusion from figure alone without source caption, complete imaging series, measurements, and specialist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5613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780" b="0">
                <a:solidFill>
                  <a:srgbClr val="5F6973"/>
                </a:solidFill>
                <a:latin typeface="Aptos"/>
              </a:rPr>
              <a:t>Educational/research audit demonstration only; not a medical diagnosis or substitute for neuroradiologist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193153"/>
                </a:solidFill>
                <a:latin typeface="Aptos Display"/>
              </a:rPr>
              <a:t>ClarityWise Audit Against Publication Ground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5F6973"/>
                </a:solidFill>
                <a:latin typeface="Aptos"/>
              </a:rPr>
              <a:t>Image-only description matched the abnormality class while preserving diagnostic restraint.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32004"/>
          </a:xfrm>
          <a:prstGeom prst="rect">
            <a:avLst/>
          </a:prstGeom>
          <a:solidFill>
            <a:srgbClr val="27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11201400" cy="114300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260" b="1">
                <a:solidFill>
                  <a:srgbClr val="193153"/>
                </a:solidFill>
                <a:latin typeface="Aptos Display"/>
              </a:rPr>
              <a:t>Ground Truth from Publication</a:t>
            </a:r>
          </a:p>
          <a:p>
            <a:pPr>
              <a:spcAft>
                <a:spcPts val="300"/>
              </a:spcAft>
            </a:pPr>
            <a:r>
              <a:rPr sz="1060">
                <a:solidFill>
                  <a:srgbClr val="2D3138"/>
                </a:solidFill>
                <a:latin typeface="Aptos"/>
              </a:rPr>
              <a:t>Diagnosis/finding: superiorly projecting left ophthalmic artery aneurysm.</a:t>
            </a:r>
          </a:p>
          <a:p>
            <a:pPr>
              <a:spcAft>
                <a:spcPts val="300"/>
              </a:spcAft>
            </a:pPr>
            <a:r>
              <a:rPr sz="1060">
                <a:solidFill>
                  <a:srgbClr val="2D3138"/>
                </a:solidFill>
                <a:latin typeface="Aptos"/>
              </a:rPr>
              <a:t>Size: 4 mm from neck to dome.</a:t>
            </a:r>
          </a:p>
          <a:p>
            <a:pPr>
              <a:spcAft>
                <a:spcPts val="300"/>
              </a:spcAft>
            </a:pPr>
            <a:r>
              <a:rPr sz="1060">
                <a:solidFill>
                  <a:srgbClr val="2D3138"/>
                </a:solidFill>
                <a:latin typeface="Aptos"/>
              </a:rPr>
              <a:t>Imaging comparison: standard 1.5-T TOF MRA versus ultra-high-resolution compressed-sensing 7-T TOF MRA.</a:t>
            </a:r>
          </a:p>
          <a:p>
            <a:pPr>
              <a:spcAft>
                <a:spcPts val="300"/>
              </a:spcAft>
            </a:pPr>
            <a:r>
              <a:rPr sz="1060">
                <a:solidFill>
                  <a:srgbClr val="2D3138"/>
                </a:solidFill>
                <a:latin typeface="Aptos"/>
              </a:rPr>
              <a:t>7-T advantage: better depiction of aneurysm sac complexity, ophthalmic artery origin relationship, reduced blurring, small perforators, and small daughter aneurysm.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514600"/>
          <a:ext cx="11201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337560"/>
                <a:gridCol w="379476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Audit Item</a:t>
                      </a:r>
                    </a:p>
                  </a:txBody>
                  <a:tcPr marL="36576" marR="36576" marT="18288" marB="18288">
                    <a:solidFill>
                      <a:srgbClr val="1931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ClarityWise Image-Only Output</a:t>
                      </a:r>
                    </a:p>
                  </a:txBody>
                  <a:tcPr marL="36576" marR="36576" marT="18288" marB="18288">
                    <a:solidFill>
                      <a:srgbClr val="19315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Publication Ground Truth</a:t>
                      </a:r>
                    </a:p>
                  </a:txBody>
                  <a:tcPr marL="36576" marR="36576" marT="18288" marB="18288">
                    <a:solidFill>
                      <a:srgbClr val="1931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36576" marR="36576" marT="18288" marB="18288">
                    <a:solidFill>
                      <a:srgbClr val="193153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Vascular imaging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Likely angiographic / 3D vascular reconstruction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TOF MRA and cinematic rendering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D3138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36576" marR="36576" marT="18288" marB="18288">
                    <a:solidFill>
                      <a:srgbClr val="ECF7F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Intracranial vascular anatomy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Supported as candidate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Intracranial TOF MRA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D3138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36576" marR="36576" marT="18288" marB="18288">
                    <a:solidFill>
                      <a:srgbClr val="ECF7F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Focal abnormality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Lobulated vessel-associated outpouching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Ophthalmic artery aneurysm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D3138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36576" marR="36576" marT="18288" marB="18288">
                    <a:solidFill>
                      <a:srgbClr val="ECF7F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Aneurysm lane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Possible aneurysm-type outpouching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Confirmed aneurysm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D3138"/>
                          </a:solidFill>
                          <a:latin typeface="Aptos"/>
                        </a:rPr>
                        <a:t>Pass, conservative</a:t>
                      </a:r>
                    </a:p>
                  </a:txBody>
                  <a:tcPr marL="36576" marR="36576" marT="18288" marB="18288">
                    <a:solidFill>
                      <a:srgbClr val="ECF7F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Arrow significance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Neck/base/branch relationship candidate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Ophthalmic artery origin; daughter aneurysm in supplement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D3138"/>
                          </a:solidFill>
                          <a:latin typeface="Aptos"/>
                        </a:rPr>
                        <a:t>Pass, partly undercalled</a:t>
                      </a:r>
                    </a:p>
                  </a:txBody>
                  <a:tcPr marL="36576" marR="36576" marT="18288" marB="18288">
                    <a:solidFill>
                      <a:srgbClr val="ECF7F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7-T advantage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Better morphology/detail on higher-quality figure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7-T shows sac complexity, small vessels, daughter aneurysm</a:t>
                      </a:r>
                    </a:p>
                  </a:txBody>
                  <a:tcPr marL="36576" marR="36576" marT="18288" marB="18288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D3138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36576" marR="36576" marT="18288" marB="18288">
                    <a:solidFill>
                      <a:srgbClr val="ECF7F1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Diagnostic restraint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No final diagnosis made from figure alone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2D3138"/>
                          </a:solidFill>
                          <a:latin typeface="Aptos"/>
                        </a:rPr>
                        <a:t>Appropriate under prompt constraints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2D3138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36576" marR="36576" marT="18288" marB="18288">
                    <a:solidFill>
                      <a:srgbClr val="ECF7F1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5925312"/>
            <a:ext cx="11201400" cy="438912"/>
          </a:xfrm>
          <a:prstGeom prst="roundRect">
            <a:avLst/>
          </a:prstGeom>
          <a:solidFill>
            <a:srgbClr val="E7F3F7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00">
                <a:solidFill>
                  <a:srgbClr val="2D3138"/>
                </a:solidFill>
                <a:latin typeface="Aptos"/>
              </a:rPr>
              <a:t>ClarityWise behaved appropriately: it detected the correct abnormality class while resisting premature final diagnosis.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05613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780" b="0">
                <a:solidFill>
                  <a:srgbClr val="5F6973"/>
                </a:solidFill>
                <a:latin typeface="Aptos"/>
              </a:rPr>
              <a:t>Educational/research audit demonstration only; not a medical diagnosis or substitute for neuroradiologist interpretation.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193153"/>
                </a:solidFill>
                <a:latin typeface="Aptos Display"/>
              </a:rPr>
              <a:t>Final Audit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5F6973"/>
                </a:solidFill>
                <a:latin typeface="Aptos"/>
              </a:rPr>
              <a:t>After source confirmation, the image-only review is best characterized as conservative and clinically safe.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32004"/>
          </a:xfrm>
          <a:prstGeom prst="rect">
            <a:avLst/>
          </a:prstGeom>
          <a:solidFill>
            <a:srgbClr val="27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70432"/>
            <a:ext cx="3749039" cy="214884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93153"/>
                </a:solidFill>
                <a:latin typeface="Aptos Display"/>
              </a:rPr>
              <a:t>Audit Grades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D3138"/>
                </a:solidFill>
                <a:latin typeface="Aptos"/>
              </a:rPr>
              <a:t>Visual detection: A−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D3138"/>
                </a:solidFill>
                <a:latin typeface="Aptos"/>
              </a:rPr>
              <a:t>Constraint compliance: 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D3138"/>
                </a:solidFill>
                <a:latin typeface="Aptos"/>
              </a:rPr>
              <a:t>Clinical safety: A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2D3138"/>
                </a:solidFill>
                <a:latin typeface="Aptos"/>
              </a:rPr>
              <a:t>Specific diagnosis recovery: intentionally blocked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170432"/>
            <a:ext cx="7223760" cy="1508760"/>
          </a:xfrm>
          <a:prstGeom prst="roundRect">
            <a:avLst/>
          </a:prstGeom>
          <a:solidFill>
            <a:srgbClr val="E7F3F7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3153"/>
                </a:solidFill>
                <a:latin typeface="Aptos Display"/>
              </a:rPr>
              <a:t>Confirmed Interpretation Context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D3138"/>
                </a:solidFill>
                <a:latin typeface="Aptos"/>
              </a:rPr>
              <a:t>Best audit label after source confirmation: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D3138"/>
                </a:solidFill>
                <a:latin typeface="Aptos"/>
              </a:rPr>
              <a:t>Left ophthalmic artery aneurysm with complex sac morphology; 7-T compressed-sensing TOF MRA better demonstrates the ophthalmic artery relationship and small daughter aneurysm compared with standard 1.5-T TOF MRA.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880360"/>
            <a:ext cx="7223760" cy="2148840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420" b="1">
                <a:solidFill>
                  <a:srgbClr val="193153"/>
                </a:solidFill>
                <a:latin typeface="Aptos Display"/>
              </a:rPr>
              <a:t>Why the audit passes</a:t>
            </a:r>
          </a:p>
          <a:p>
            <a:pPr>
              <a:spcAft>
                <a:spcPts val="300"/>
              </a:spcAft>
            </a:pPr>
            <a:r>
              <a:rPr sz="1220">
                <a:solidFill>
                  <a:srgbClr val="2D3138"/>
                </a:solidFill>
                <a:latin typeface="Aptos"/>
              </a:rPr>
              <a:t>The image-only review correctly identified a focal vessel-associated, lobulated, aneurysm-type outpouching.</a:t>
            </a:r>
          </a:p>
          <a:p>
            <a:pPr>
              <a:spcAft>
                <a:spcPts val="300"/>
              </a:spcAft>
            </a:pPr>
            <a:r>
              <a:rPr sz="1220">
                <a:solidFill>
                  <a:srgbClr val="2D3138"/>
                </a:solidFill>
                <a:latin typeface="Aptos"/>
              </a:rPr>
              <a:t>It did not overreach by assigning a named artery, lesion size, rupture status, or treatment implication before source confirmation.</a:t>
            </a:r>
          </a:p>
          <a:p>
            <a:pPr>
              <a:spcAft>
                <a:spcPts val="300"/>
              </a:spcAft>
            </a:pPr>
            <a:r>
              <a:rPr sz="1220">
                <a:solidFill>
                  <a:srgbClr val="2D3138"/>
                </a:solidFill>
                <a:latin typeface="Aptos"/>
              </a:rPr>
              <a:t>The main undercall was conservative: the arrowed supplement finding was described as a focal contour/neck-region candidate rather than a small daughter aneurysm.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303520"/>
            <a:ext cx="11201400" cy="841248"/>
          </a:xfrm>
          <a:prstGeom prst="roundRect">
            <a:avLst/>
          </a:prstGeom>
          <a:solidFill>
            <a:srgbClr val="FDF9EB"/>
          </a:solidFill>
          <a:ln w="9525">
            <a:solidFill>
              <a:srgbClr val="EBD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300"/>
              </a:spcAft>
            </a:pPr>
            <a:r>
              <a:rPr sz="1200">
                <a:solidFill>
                  <a:srgbClr val="2D3138"/>
                </a:solidFill>
                <a:latin typeface="Aptos"/>
              </a:rPr>
              <a:t>Patient-safe summary: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2D3138"/>
                </a:solidFill>
                <a:latin typeface="Aptos"/>
              </a:rPr>
              <a:t>This artifact illustrates how a higher-resolution 7-T MR angiogram can reveal finer detail in a small brain-vessel aneurysm. It is educational only and does not replace specialist interpretation.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5613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780" b="0">
                <a:solidFill>
                  <a:srgbClr val="5F6973"/>
                </a:solidFill>
                <a:latin typeface="Aptos"/>
              </a:rPr>
              <a:t>Educational/research audit demonstration only; not a medical diagnosis or substitute for neuroradiologist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41148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400" b="1">
                <a:solidFill>
                  <a:srgbClr val="193153"/>
                </a:solidFill>
                <a:latin typeface="Aptos Display"/>
              </a:rPr>
              <a:t>References, Source Credit, and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694944"/>
            <a:ext cx="11064240" cy="292608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250" b="0">
                <a:solidFill>
                  <a:srgbClr val="5F6973"/>
                </a:solidFill>
                <a:latin typeface="Aptos"/>
              </a:rPr>
              <a:t>Source attribution is kept visible to preserve provenance.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201400" cy="32004"/>
          </a:xfrm>
          <a:prstGeom prst="rect">
            <a:avLst/>
          </a:prstGeom>
          <a:solidFill>
            <a:srgbClr val="2780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35640" cy="1078992"/>
          </a:xfrm>
          <a:prstGeom prst="roundRect">
            <a:avLst/>
          </a:prstGeom>
          <a:solidFill>
            <a:srgbClr val="F6F8FA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93153"/>
                </a:solidFill>
                <a:latin typeface="Aptos Display"/>
              </a:rPr>
              <a:t>Primary Source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D3138"/>
                </a:solidFill>
                <a:latin typeface="Aptos"/>
              </a:rPr>
              <a:t>Desai A, Middlebrooks EH. Cerebral Aneurysm Imaging at 7 T with Use of Compressed Sensing. Radiology. 2023;306(3):e221277. DOI: 10.1148/radiol.221277.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2D3138"/>
                </a:solidFill>
                <a:latin typeface="Aptos"/>
              </a:rPr>
              <a:t>Source URL: https://pubs.rsna.org/doi/10.1148/radiol.221277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10835640" cy="1508760"/>
          </a:xfrm>
          <a:prstGeom prst="roundRect">
            <a:avLst/>
          </a:prstGeom>
          <a:solidFill>
            <a:srgbClr val="E7F3F7"/>
          </a:solidFill>
          <a:ln w="9525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3153"/>
                </a:solidFill>
                <a:latin typeface="Aptos Display"/>
              </a:rPr>
              <a:t>Rights / Permissions Note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D3138"/>
                </a:solidFill>
                <a:latin typeface="Aptos"/>
              </a:rPr>
              <a:t>Images and source captions are from Radiology / RSNA. Copyright retained by the Radiological Society of North America.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D3138"/>
                </a:solidFill>
                <a:latin typeface="Aptos"/>
              </a:rPr>
              <a:t>This artifact is source-attributed for educational review. Redistribution, publication, or commercial use may require permission through RSNA/Copyright Clearance Center.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D3138"/>
                </a:solidFill>
                <a:latin typeface="Aptos"/>
              </a:rPr>
              <a:t>No additional diagnostic annotations were added to the source images. Original panel labels and arrows were preserved.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572000"/>
            <a:ext cx="10835640" cy="685800"/>
          </a:xfrm>
          <a:prstGeom prst="roundRect">
            <a:avLst/>
          </a:prstGeom>
          <a:solidFill>
            <a:srgbClr val="FDF9EB"/>
          </a:solidFill>
          <a:ln w="9525">
            <a:solidFill>
              <a:srgbClr val="EBDA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93153"/>
                </a:solidFill>
                <a:latin typeface="Aptos Display"/>
              </a:rPr>
              <a:t>Safety Footer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2D3138"/>
                </a:solidFill>
                <a:latin typeface="Aptos"/>
              </a:rPr>
              <a:t>This artifact is for educational, research, and audit demonstration purposes only. It is not a medical diagnosis, clinical recommendation, or substitute for interpretation by a qualified neuroradiologist.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83564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ctr"/>
            <a:r>
              <a:rPr sz="1600" b="1">
                <a:solidFill>
                  <a:srgbClr val="193153"/>
                </a:solidFill>
                <a:latin typeface="Aptos"/>
              </a:rPr>
              <a:t>ClarityWise / FastPath Radiology Audit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056132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780" b="0">
                <a:solidFill>
                  <a:srgbClr val="5F6973"/>
                </a:solidFill>
                <a:latin typeface="Aptos"/>
              </a:rPr>
              <a:t>Educational/research audit demonstration only; not a medical diagnosis or substitute for neuroradiologist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0528"/>
            <a:ext cx="32004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